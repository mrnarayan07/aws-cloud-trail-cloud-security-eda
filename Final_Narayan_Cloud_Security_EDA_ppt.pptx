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55ACC-FA13-AB7E-192A-4E66950FC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CA9283-2BA4-3E3B-7295-E825BDC7F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2548C-594C-CEBE-310C-A3FD250A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304C-3A32-4CD9-B066-F5F9D6675E8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3598D-BC58-19C9-5C99-88C25E324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02210-AD75-B11A-E8B0-E1C6E9B96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4B1D-9C0D-4F38-8EAA-8B9B621730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165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E8D88-0192-9521-F976-7E940B5BD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ED728-8ACF-57A4-60A2-7E8E16EED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5A644-2B43-0A5B-2B27-04248DF43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304C-3A32-4CD9-B066-F5F9D6675E8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86001-90A0-FC69-F1FE-9744142B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37FFA-D2D2-9A1B-AE4C-5AA502CA3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4B1D-9C0D-4F38-8EAA-8B9B621730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74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EAB20-70EC-AA2D-2E02-04F97EDA4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05781-9F7B-A78F-8832-EC6640367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A543E-D63E-4D9D-CF8F-C6CF64818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304C-3A32-4CD9-B066-F5F9D6675E8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14BB3-2875-7BC9-1295-4E7D207F9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29612-A1DD-92F9-F882-40D1FC434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4B1D-9C0D-4F38-8EAA-8B9B621730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034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4356-F011-C315-44F2-BC20EA433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7753C-0D67-8051-EDB9-610150810C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839D68-CBCC-19DF-D75D-CEC278614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9D396-3D8A-E524-4112-08A423195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304C-3A32-4CD9-B066-F5F9D6675E8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CD35F-7B3F-7EFE-13F6-1E4A85314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5C97C-C0AB-4D52-CA70-8C6FBB332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4B1D-9C0D-4F38-8EAA-8B9B621730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633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06DC2-D17E-5347-1477-49B4E8080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C78A9-D569-EA81-7E55-B71CAC083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7E95D1-47C5-6BD9-E760-45C867C1C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5EB80C-D253-84DA-230F-49B5721ACA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F66661-20F1-06B8-0940-A3E24E35DE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B84CB4-6BB4-07C2-7E3A-4D01DFD4C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304C-3A32-4CD9-B066-F5F9D6675E8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3210E-B869-8E7A-DBA1-A0B0AC147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A83BCC-562E-1508-1557-2B098AD2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4B1D-9C0D-4F38-8EAA-8B9B621730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203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D3A58-38AF-B567-CDE2-7F66A5B1A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7A7F98-36D4-18F1-9F59-7C6ED4F15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304C-3A32-4CD9-B066-F5F9D6675E8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7FA0A7-A053-1011-9CE8-93F96C593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A76EBF-5BF3-4D32-17B6-1DB0A471A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4B1D-9C0D-4F38-8EAA-8B9B621730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118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CFCBD-37F6-12AF-2602-2CEEE2457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304C-3A32-4CD9-B066-F5F9D6675E8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272EC-8C5D-9202-A548-DDBFCD30E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8C30C-215D-9BAE-DA44-108D6ECE4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4B1D-9C0D-4F38-8EAA-8B9B621730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319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A1E49-BE7D-A67B-B30B-974B92B51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7C32D-C97B-5E7C-D212-4B8FBC9BF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71147-80D5-A46A-ACF8-02706BAC8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E557E-CCFF-5366-5B1D-3825A39DA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304C-3A32-4CD9-B066-F5F9D6675E8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9E401-EE3F-941E-CB74-470737C69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D2FCA-9E6B-788C-3B97-F0DDD3D02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4B1D-9C0D-4F38-8EAA-8B9B621730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899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ADACE-F3ED-3225-FAB7-7EA6451B9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10A763-4A99-C922-9093-6D67FFE34A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6768B-23D2-2136-8129-089664CA64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CA37F-A627-F417-CED3-160A586E9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304C-3A32-4CD9-B066-F5F9D6675E8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1DD251-1195-CF27-9D85-400B1123B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39A27-9B9B-A074-BC2D-58E660F79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4B1D-9C0D-4F38-8EAA-8B9B621730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768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82723-C0C9-DAB0-D442-EE85A2E07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C89AB-8D08-92A7-3716-4DB58C7C7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B7481-C0A7-742C-1CFA-E92F579A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304C-3A32-4CD9-B066-F5F9D6675E8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4E464-18E4-0101-5812-53D85629D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F3F5E-6639-0CAB-EB9C-BCB385B4B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4B1D-9C0D-4F38-8EAA-8B9B621730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534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90CECB-C673-4C51-763E-1CDCE79A63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B8708C-A3CA-5392-79A1-A9619DEFE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4CA7F-15F9-CFEF-49F6-35668A6CF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304C-3A32-4CD9-B066-F5F9D6675E8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9FD3A-C70A-8DE3-D5A3-910539735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FDD05-2CDE-F7D5-10D5-6E00A76C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4B1D-9C0D-4F38-8EAA-8B9B621730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196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CE7946-0DCE-F57D-9B94-E66480AB3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67078-DE81-D166-C95B-358FE5511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127B0-9830-3037-B193-18B352DA05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6304C-3A32-4CD9-B066-F5F9D6675E8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1E5E6-883F-0148-3B57-DA7B4DDE9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04B92-23BF-B220-3055-23687E5326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44B1D-9C0D-4F38-8EAA-8B9B621730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724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96922-0FE3-6322-C297-56710D80B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7F1EF-CCE6-5C67-E168-3D5CFFEE5F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443649-3B09-9912-FF1A-FB0F5C7A8B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D24C36-62D5-084D-5FC4-2FF762E0E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282" y="923575"/>
            <a:ext cx="9745435" cy="5010849"/>
          </a:xfrm>
          <a:prstGeom prst="rect">
            <a:avLst/>
          </a:prstGeom>
        </p:spPr>
      </p:pic>
      <p:sp>
        <p:nvSpPr>
          <p:cNvPr id="8" name="AutoShape 4" descr="Uploaded image">
            <a:extLst>
              <a:ext uri="{FF2B5EF4-FFF2-40B4-BE49-F238E27FC236}">
                <a16:creationId xmlns:a16="http://schemas.microsoft.com/office/drawing/2014/main" id="{C1BC1EEB-7D06-0470-80C4-914A1CE02B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040194" cy="2040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759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E3F9F-0338-2D96-3A5E-DC94F336C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62647-D224-4B49-9B20-182F602959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41C053-EBEC-576C-7754-A65A1ED416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5A676B-86C3-1AC7-FC73-7CC00F462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282" y="923575"/>
            <a:ext cx="9745435" cy="5010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E27858-7F70-10BC-6E10-36EB6A4EA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045" y="871180"/>
            <a:ext cx="9735909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381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6A744-701B-92F9-B622-0F82C77EB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C32E6-3871-F954-C8B0-8FDA6BD6EB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2C551F-1833-28A4-442C-B0B36FAB03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1C7A0C-2351-5697-4EBF-32BCE4B54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624" y="1018838"/>
            <a:ext cx="9678751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033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C173C-0D98-8786-8ED7-B8BDA43AA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78D7A-68BC-5AAF-8524-C24DD5CED2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5B9D3D-32F9-8D55-8F56-F4DBB20C4F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84A68B-6A01-A7E7-566D-007D8827B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282" y="923575"/>
            <a:ext cx="9745435" cy="5010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8525D4-580E-CAC6-CC5E-4EA067E4A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045" y="871180"/>
            <a:ext cx="9735909" cy="51156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A4A0CB-DEB1-FD29-FAB0-421AF5765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572" y="356759"/>
            <a:ext cx="9716856" cy="61444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14C55D-5D95-2A72-50CB-EB072ACA58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388" y="304364"/>
            <a:ext cx="9669224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752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B8531-410A-6EF5-A3AB-947784109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05918-4666-FCB2-A914-46E3579C4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21DA7B-011D-4705-5950-4A37A3BB35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7016A2-5970-F1D2-42E4-44C5169C0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756" y="885470"/>
            <a:ext cx="9764488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799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6E912-3BF3-A566-9D72-82EAB26D8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3B810-D8A4-B8D1-409F-E94F76F1A4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E4220-1DF3-C934-F7C7-63063478BE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21D9FF-0471-9A36-DD3F-9E62D0083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993" y="880707"/>
            <a:ext cx="9774014" cy="50965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5D974E-A073-6BE7-CB36-16314A88A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961" y="2556387"/>
            <a:ext cx="4847303" cy="260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666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ECA23-C1E3-E3B4-002A-04FF1A5FD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811F5-534C-9D5A-A1FB-6C8F4C1249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E6AF84-BACF-2C7C-0B7C-C93CCFEFD6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46C323-AA00-A7F4-1941-6631BE2C5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09" y="428206"/>
            <a:ext cx="9183382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998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45747-E2A0-5676-E13F-1B33CFB6E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888A-65B4-30C4-EF0A-3DC53EEC6F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DB1B82-FEC6-9B0B-9DBA-CBD7E942AD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92C711-B717-4AD5-418C-19FBB73C8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03" y="961680"/>
            <a:ext cx="9621593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742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0E1E2-3826-BE20-14F1-55816A977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4DD21-E2B1-6E0F-278F-978E9CC9B2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A9DEF-A80F-4FE0-661E-C84F835C20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F691B3-CA8A-838C-4310-B3F240582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756" y="890233"/>
            <a:ext cx="9764488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040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AB380-F0BF-380B-97D6-717249E0F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89D92-FD8D-81B1-1518-AE1719786A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A6CD6-6BF1-94EE-0FDF-48A0248BE0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F2720E-8D73-3429-C3E0-2AAC1C704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03" y="937865"/>
            <a:ext cx="9621593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456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6CC54-0257-7465-CFED-7C217865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F1CD4-6187-691E-423E-BB472C98D5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A1D730-2C7D-C4A6-B860-5C0518ED04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12E845-0E13-737C-32F1-6D074BC83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61" y="875943"/>
            <a:ext cx="9688277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583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DFF6A-93C9-9ED7-AD98-BFBCA8D36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02345-C44A-2FBB-F7B4-0CAB6C40DB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153C86-23BE-2528-AE6F-7B79B216AB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Best Thanks PowerPoint &amp; Google Slides Templates - SlideEgg">
            <a:extLst>
              <a:ext uri="{FF2B5EF4-FFF2-40B4-BE49-F238E27FC236}">
                <a16:creationId xmlns:a16="http://schemas.microsoft.com/office/drawing/2014/main" id="{4DA0A72E-4166-FC90-D5E8-8FB48FDD8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861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Uday G.</dc:creator>
  <cp:lastModifiedBy>Uday G.</cp:lastModifiedBy>
  <cp:revision>3</cp:revision>
  <dcterms:created xsi:type="dcterms:W3CDTF">2025-12-04T06:27:53Z</dcterms:created>
  <dcterms:modified xsi:type="dcterms:W3CDTF">2025-12-04T07:08:18Z</dcterms:modified>
</cp:coreProperties>
</file>